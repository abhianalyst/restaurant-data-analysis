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t>Restaurant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Cognifyz Technologies – Data Analysis Internship</a:t>
            </a:r>
            <a:br/>
            <a:r>
              <a:t>Abhinav Kadam</a:t>
            </a:r>
            <a:br/>
            <a:r>
              <a:t>Bachelor of Science in Data Science</a:t>
            </a:r>
            <a:br/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Analyze restaurant data using Python</a:t>
            </a:r>
            <a:br/>
            <a:r>
              <a:t>• Perform data cleaning and exploratory data analysis</a:t>
            </a:r>
            <a:br/>
            <a:r>
              <a:t>• Generate business insights through visualizations</a:t>
            </a:r>
            <a:br/>
            <a:r>
              <a:t>• Complete all internship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Dataset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Dataset: Restaurant information (ratings, cuisines, cities, price range, votes, services, coordinates)</a:t>
            </a:r>
            <a:br/>
            <a:br/>
            <a:r>
              <a:t>Tools:</a:t>
            </a:r>
            <a:br/>
            <a:r>
              <a:t>Python, Pandas, NumPy, Matplotlib, Seaborn, Plotly, Folium, Scikit-learn, Jupyter Notebook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Checked missing values</a:t>
            </a:r>
            <a:br/>
            <a:r>
              <a:t>• Removed duplicates</a:t>
            </a:r>
            <a:br/>
            <a:r>
              <a:t>• Standardized column names</a:t>
            </a:r>
            <a:br/>
            <a:r>
              <a:t>• Verified data types</a:t>
            </a:r>
            <a:br/>
            <a:r>
              <a:t>• Saved cleaned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Level 1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Top Cuisines</a:t>
            </a:r>
            <a:br/>
            <a:r>
              <a:t>• City Analysis</a:t>
            </a:r>
            <a:br/>
            <a:r>
              <a:t>• Price Range Distribution</a:t>
            </a:r>
            <a:br/>
            <a:r>
              <a:t>• Online Delivery Analysis</a:t>
            </a:r>
            <a:br/>
            <a:br/>
            <a:r>
              <a:t>[Insert Level 1 Charts]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Level 2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Restaurant Ratings</a:t>
            </a:r>
            <a:br/>
            <a:r>
              <a:t>• Cuisine Combinations</a:t>
            </a:r>
            <a:br/>
            <a:r>
              <a:t>• Geographic Analysis</a:t>
            </a:r>
            <a:br/>
            <a:r>
              <a:t>• Restaurant Chains</a:t>
            </a:r>
            <a:br/>
            <a:br/>
            <a:r>
              <a:t>[Insert Level 2 Charts]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Level 3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Rating Text Sentiment Analysis</a:t>
            </a:r>
            <a:br/>
            <a:r>
              <a:t>• Votes Analysis</a:t>
            </a:r>
            <a:br/>
            <a:r>
              <a:t>• Price Range vs Online Delivery &amp; Table Booking</a:t>
            </a:r>
            <a:br/>
            <a:br/>
            <a:r>
              <a:t>[Insert Level 3 Charts]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Budget-friendly restaurants dominate</a:t>
            </a:r>
            <a:br/>
            <a:r>
              <a:t>• Popular cuisines account for a large share</a:t>
            </a:r>
            <a:br/>
            <a:r>
              <a:t>• Higher ratings generally attract more votes</a:t>
            </a:r>
            <a:br/>
            <a:r>
              <a:t>• Premium restaurants often provide table booking</a:t>
            </a:r>
            <a:br/>
            <a:r>
              <a:t>• Restaurant clusters exist in major cities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project successfully completed all internship tasks and demonstrated practical data analysis skills.</a:t>
            </a:r>
            <a:br/>
            <a:br/>
            <a:r>
              <a:t>Future Scope:</a:t>
            </a:r>
            <a:br/>
            <a:r>
              <a:t>• Machine Learning</a:t>
            </a:r>
            <a:br/>
            <a:r>
              <a:t>• Recommendation Systems</a:t>
            </a:r>
            <a:br/>
            <a:r>
              <a:t>• NLP</a:t>
            </a:r>
            <a:br/>
            <a:r>
              <a:t>• Power BI Dashboards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Questions?</a:t>
            </a:r>
            <a:br/>
            <a:br/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